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nder_pages_fixed/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Africa AI Hub AISIP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Logistics System - Final Presentation</dc:title>
  <dc:subject>Enterprise AI Logistics System - converted from HTML</dc:subject>
  <dc:creator>Rufai Kabiru Adeniyi</dc:creator>
  <cp:lastModifiedBy>Rufai Kabiru Adeniyi</cp:lastModifiedBy>
  <cp:revision>1</cp:revision>
  <dcterms:created xsi:type="dcterms:W3CDTF">2026-05-16T22:41:07Z</dcterms:created>
  <dcterms:modified xsi:type="dcterms:W3CDTF">2026-05-16T22:41:07Z</dcterms:modified>
</cp:coreProperties>
</file>